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394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THREAT
INTELLIGENCE
</a:t>
            </a:r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AGGREGATOR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65760" y="3017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Correlation &amp; Blocklist Engine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345643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Mentor Internship — Cybersecurity Track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89320" y="274320"/>
            <a:ext cx="2926080" cy="4389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72200" y="457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INFO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72200" y="868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78040" y="868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/ SOC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15270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78040" y="1527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Non-AI, Rule-Based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2200" y="218541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78040" y="21854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284378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28437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TXT · JSON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350215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78040" y="3502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Blocklists + Reports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818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48188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TLP:WHITE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this presentation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5720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887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18872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92224"/>
            <a:ext cx="45720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7922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79222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Practical Scope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395728"/>
            <a:ext cx="45720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395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39572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99232"/>
            <a:ext cx="45720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9992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99923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Pipeline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602736"/>
            <a:ext cx="45720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6027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60273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(Visual)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206240"/>
            <a:ext cx="45720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42062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20624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Walkthrough (5 Modules)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188720"/>
            <a:ext cx="45720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1887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118872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Correlation Engine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792224"/>
            <a:ext cx="45720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17922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179222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 Generation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2395728"/>
            <a:ext cx="45720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2395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239572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Results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2999232"/>
            <a:ext cx="45720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0" y="29992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0" y="299923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Output Screenshots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602736"/>
            <a:ext cx="45720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0" y="36027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360273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&amp;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Our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4160520" cy="3520440"/>
          </a:xfrm>
          <a:prstGeom prst="rect">
            <a:avLst/>
          </a:prstGeom>
          <a:solidFill>
            <a:srgbClr val="112240"/>
          </a:solidFill>
          <a:ln w="25400">
            <a:solidFill>
              <a:srgbClr val="FF3B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188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3977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feeds come in inconsistent formats (CSV, TXT, JSON) with no unified structure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 are scattered across dozens of sources with no unified view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 is time-consuming and error-prone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high-risk indicators get lost in the noise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blocklist generation for deployment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60520" cy="3520440"/>
          </a:xfrm>
          <a:prstGeom prst="rect">
            <a:avLst/>
          </a:prstGeom>
          <a:solidFill>
            <a:srgbClr val="112240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188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3977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parser for CSV, TXT and JSON feeds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engine with validation &amp; deduplication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Cross-feed correlation engine with risk scoring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blocklists for firewalls, DNS, EDR tools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 reports in TXT, JSON, and CSV formats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achieve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1115568"/>
            <a:ext cx="2834640" cy="16276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115568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070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645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Parse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IOC feeds in CSV, TXT and JSON from multiple sources simultaneously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1115568"/>
            <a:ext cx="2834640" cy="16276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115568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2070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64408" y="1645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Validate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64408" y="20116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IPs, domains, URLs, file hashes, and email IOC types with regex and validation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3056" y="1115568"/>
            <a:ext cx="2834640" cy="16276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115568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2070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54496" y="1645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54496" y="20116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indicators to a unified structure with metadata: source, timestamp, category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2907792"/>
            <a:ext cx="2834640" cy="16276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2907792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29992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74320" y="343814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380390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Cross-feed matching to identify repeated high-frequency indicators and assign risk scores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72968" y="2907792"/>
            <a:ext cx="2834640" cy="16276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72968" y="2907792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72968" y="29992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264408" y="343814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Blocklists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64408" y="380390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deployment-ready blocklists for firewalls, DNS sinkholes, EDR, and email gateways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63056" y="2907792"/>
            <a:ext cx="2834640" cy="16276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63056" y="2907792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3056" y="29992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254496" y="343814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54496" y="380390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comprehensive TI reports in human-readable and machine-readable formats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Standard Library — no external dependencies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" y="1115568"/>
            <a:ext cx="1261872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" y="122529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6888" y="1664208"/>
            <a:ext cx="1170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IOC extraction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91056" y="1115568"/>
            <a:ext cx="1261872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36776" y="122529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36776" y="1664208"/>
            <a:ext cx="1170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parsing &amp; export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80944" y="1115568"/>
            <a:ext cx="1261872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26664" y="122529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26664" y="1664208"/>
            <a:ext cx="1170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feeds &amp; reports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70832" y="1115568"/>
            <a:ext cx="1261872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16552" y="122529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16552" y="1664208"/>
            <a:ext cx="1170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ops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1168" y="2304288"/>
            <a:ext cx="1261872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6888" y="241401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ipaddress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46888" y="2852928"/>
            <a:ext cx="1170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validation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591056" y="2304288"/>
            <a:ext cx="1261872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36776" y="241401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36776" y="2852928"/>
            <a:ext cx="1170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80944" y="2304288"/>
            <a:ext cx="1261872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026664" y="241401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argparse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026664" y="2852928"/>
            <a:ext cx="1170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interface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70832" y="2304288"/>
            <a:ext cx="1261872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16552" y="241401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hashlib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16552" y="2852928"/>
            <a:ext cx="1170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validation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97880" y="1115568"/>
            <a:ext cx="3017520" cy="3547872"/>
          </a:xfrm>
          <a:prstGeom prst="rect">
            <a:avLst/>
          </a:prstGeom>
          <a:solidFill>
            <a:srgbClr val="11224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89320" y="117043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FEED FORMATS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89320" y="1627632"/>
            <a:ext cx="283464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16642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 .csv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80760" y="2011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with typed columns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89320" y="2615184"/>
            <a:ext cx="283464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2651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Text  .txt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080760" y="29992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IOC per line, # comments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89320" y="3602736"/>
            <a:ext cx="283464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36393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 .json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080760" y="398678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indicators array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linear processing 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728" y="1024128"/>
            <a:ext cx="1353312" cy="2651760"/>
          </a:xfrm>
          <a:prstGeom prst="rect">
            <a:avLst/>
          </a:prstGeom>
          <a:solidFill>
            <a:srgbClr val="11224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" y="1024128"/>
            <a:ext cx="1353312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" y="1024128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" y="1536192"/>
            <a:ext cx="12618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" y="2487168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CSV/TXT/JSON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463040" y="2194560"/>
            <a:ext cx="137160" cy="7315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1024128"/>
            <a:ext cx="1353312" cy="2651760"/>
          </a:xfrm>
          <a:prstGeom prst="rect">
            <a:avLst/>
          </a:prstGeom>
          <a:solidFill>
            <a:srgbClr val="11224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00200" y="1024128"/>
            <a:ext cx="1353312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1024128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1536192"/>
            <a:ext cx="12618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2487168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IP/Domain/URL/Hash/Email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53512" y="2194560"/>
            <a:ext cx="137160" cy="7315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1024128"/>
            <a:ext cx="1353312" cy="2651760"/>
          </a:xfrm>
          <a:prstGeom prst="rect">
            <a:avLst/>
          </a:prstGeom>
          <a:solidFill>
            <a:srgbClr val="11224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90672" y="1024128"/>
            <a:ext cx="1353312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1024128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36392" y="1536192"/>
            <a:ext cx="12618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36392" y="2487168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Deduplicate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43984" y="2194560"/>
            <a:ext cx="137160" cy="7315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1144" y="1024128"/>
            <a:ext cx="1353312" cy="2651760"/>
          </a:xfrm>
          <a:prstGeom prst="rect">
            <a:avLst/>
          </a:prstGeom>
          <a:solidFill>
            <a:srgbClr val="112240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1144" y="1024128"/>
            <a:ext cx="1353312" cy="40233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81144" y="1024128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1536192"/>
            <a:ext cx="12618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26864" y="2487168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Cross-Feed + Risk Score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34456" y="2194560"/>
            <a:ext cx="137160" cy="7315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71616" y="1024128"/>
            <a:ext cx="1353312" cy="2651760"/>
          </a:xfrm>
          <a:prstGeom prst="rect">
            <a:avLst/>
          </a:prstGeom>
          <a:solidFill>
            <a:srgbClr val="112240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71616" y="1024128"/>
            <a:ext cx="1353312" cy="40233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1024128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17336" y="1536192"/>
            <a:ext cx="12618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17336" y="2487168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IP/Domain/Hash/URL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24928" y="2194560"/>
            <a:ext cx="137160" cy="7315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62088" y="1024128"/>
            <a:ext cx="1353312" cy="2651760"/>
          </a:xfrm>
          <a:prstGeom prst="rect">
            <a:avLst/>
          </a:prstGeom>
          <a:solidFill>
            <a:srgbClr val="112240"/>
          </a:solidFill>
          <a:ln w="254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62088" y="1024128"/>
            <a:ext cx="1353312" cy="402336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62088" y="1024128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07808" y="1536192"/>
            <a:ext cx="12618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607808" y="2487168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/ JSON / CSV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9728" y="3822192"/>
            <a:ext cx="8924544" cy="1097280"/>
          </a:xfrm>
          <a:prstGeom prst="rect">
            <a:avLst/>
          </a:prstGeom>
          <a:solidFill>
            <a:srgbClr val="11224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38587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FORMULA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28600" y="4133088"/>
            <a:ext cx="8686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Base Severity + Feed Bonus (×10 per extra feed, max 30) + Multi-Feed Bonus (10 if 3+ feeds)  [capped at 100]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≥75  |  High ≥50  |  Medium ≥25  |  Low &lt;25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from threat feeds to actionable intelligence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188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Feed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264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apt28_iocs.csv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80160" y="1645920"/>
            <a:ext cx="0" cy="201168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18872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188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Feed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4264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malware_domains.txt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37560" y="1645920"/>
            <a:ext cx="0" cy="201168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18872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1188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Feed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4264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botnet_c2.json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94960" y="1645920"/>
            <a:ext cx="0" cy="201168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118872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1188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Feed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4264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phishing_urls.txt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452360" y="1645920"/>
            <a:ext cx="0" cy="201168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1847088"/>
            <a:ext cx="7223760" cy="512064"/>
          </a:xfrm>
          <a:prstGeom prst="rect">
            <a:avLst/>
          </a:prstGeom>
          <a:solidFill>
            <a:srgbClr val="1A3A5C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184708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parser.py  —  IOC Feed Parser  (CSV · TXT · JSON dispatcher + regex extraction for all IOC types)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2359152"/>
            <a:ext cx="0" cy="219456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2578608"/>
            <a:ext cx="7223760" cy="502920"/>
          </a:xfrm>
          <a:prstGeom prst="rect">
            <a:avLst/>
          </a:prstGeom>
          <a:solidFill>
            <a:srgbClr val="112240"/>
          </a:solidFill>
          <a:ln w="254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0120" y="25786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normalizer.py  —  Normalization Engine  (validate · deduplicate · enrich · tag category)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3081528"/>
            <a:ext cx="0" cy="219456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3300984"/>
            <a:ext cx="7223760" cy="512064"/>
          </a:xfrm>
          <a:prstGeom prst="rect">
            <a:avLst/>
          </a:prstGeom>
          <a:solidFill>
            <a:srgbClr val="112240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0120" y="330098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correlator.py  —  Correlation Engine  (cross-feed grouping · risk score 0–100 · severity labels)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88920" y="3813048"/>
            <a:ext cx="0" cy="219456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3813048"/>
            <a:ext cx="0" cy="219456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032504"/>
            <a:ext cx="4023360" cy="603504"/>
          </a:xfrm>
          <a:prstGeom prst="rect">
            <a:avLst/>
          </a:prstGeom>
          <a:solidFill>
            <a:srgbClr val="112240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4320" y="403250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blocklist_gen.py  —  Blocklist Generator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· Domain · URL · Hash · Email  →  8 files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4032504"/>
            <a:ext cx="4023360" cy="603504"/>
          </a:xfrm>
          <a:prstGeom prst="rect">
            <a:avLst/>
          </a:prstGeom>
          <a:solidFill>
            <a:srgbClr val="112240"/>
          </a:solidFill>
          <a:ln w="254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403250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reporter.py  —  Reporting Module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ti_report.txt · ti_report.json · ioc_database.csv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6032" y="4773168"/>
            <a:ext cx="164592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548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11680" y="4773168"/>
            <a:ext cx="164592" cy="128016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12848" y="47548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767328" y="4773168"/>
            <a:ext cx="164592" cy="1280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68496" y="47548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22976" y="4773168"/>
            <a:ext cx="164592" cy="12801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24144" y="47548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278624" y="4773168"/>
            <a:ext cx="164592" cy="128016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79792" y="47548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Walkthrough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Python modules — each handling one pipeline stage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1115568"/>
            <a:ext cx="8778240" cy="676656"/>
          </a:xfrm>
          <a:prstGeom prst="rect">
            <a:avLst/>
          </a:prstGeom>
          <a:solidFill>
            <a:srgbClr val="11224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115568"/>
            <a:ext cx="201168" cy="6766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1556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parser.py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31720" y="1115568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Feed Parser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115568"/>
            <a:ext cx="4297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CSV/TXT/JSON to format-specific parsers; extracts all IOC types using regex patterns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865376"/>
            <a:ext cx="8778240" cy="676656"/>
          </a:xfrm>
          <a:prstGeom prst="rect">
            <a:avLst/>
          </a:prstGeom>
          <a:solidFill>
            <a:srgbClr val="112240"/>
          </a:solidFill>
          <a:ln w="254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865376"/>
            <a:ext cx="201168" cy="676656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865376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6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normalizer.py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31720" y="1865376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Normalization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1865376"/>
            <a:ext cx="4297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IPs (RFC 1918 filter), domains, hashes, URLs, emails; deduplicates within-feed; adds category tags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615184"/>
            <a:ext cx="8778240" cy="676656"/>
          </a:xfrm>
          <a:prstGeom prst="rect">
            <a:avLst/>
          </a:prstGeom>
          <a:solidFill>
            <a:srgbClr val="112240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615184"/>
            <a:ext cx="201168" cy="6766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615184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correlator.py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31720" y="2615184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Correlation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615184"/>
            <a:ext cx="4297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IOCs by value across feeds; merges metadata; computes risk score; outputs master/repeated/high-risk subsets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364992"/>
            <a:ext cx="8778240" cy="676656"/>
          </a:xfrm>
          <a:prstGeom prst="rect">
            <a:avLst/>
          </a:prstGeom>
          <a:solidFill>
            <a:srgbClr val="112240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3364992"/>
            <a:ext cx="201168" cy="67665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364992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blocklist_gen.py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331720" y="3364992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Blocklist Generator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3364992"/>
            <a:ext cx="4297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8 blocklist files: per-type TXT + master CSV/JSON + high-risk-only CSV with deployment notes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4114800"/>
            <a:ext cx="8778240" cy="676656"/>
          </a:xfrm>
          <a:prstGeom prst="rect">
            <a:avLst/>
          </a:prstGeom>
          <a:solidFill>
            <a:srgbClr val="112240"/>
          </a:solidFill>
          <a:ln w="254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4114800"/>
            <a:ext cx="201168" cy="676656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114800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reporter.py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331720" y="4114800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Report Generator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4114800"/>
            <a:ext cx="4297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ti_report.txt, ti_report.json, ioc_database.csv with executive summary, charts, and full IOC table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Correlation Engine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Cross-feed matching and risk prioritization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1078992"/>
            <a:ext cx="4206240" cy="358444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143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508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all IOCs by lowercase-normalized value across all feeds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0756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unique source feeds per IOC and pick highest severity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67004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6426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risk score: base + feed bonus + multi-feed bonus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236976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2095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severity label from score thresholds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7764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master_list / repeated (2+ feeds) / high_risk (≥50)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078992"/>
            <a:ext cx="4315968" cy="3584448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1430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508760"/>
          <a:ext cx="4133088" cy="3063240"/>
        </p:xfrm>
        <a:graphic>
          <a:graphicData uri="http://schemas.openxmlformats.org/drawingml/2006/table">
            <a:tbl>
              <a:tblPr/>
              <a:tblGrid>
                <a:gridCol w="2286000"/>
                <a:gridCol w="548640"/>
                <a:gridCol w="640080"/>
                <a:gridCol w="658368"/>
              </a:tblGrid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185.220.101.45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44d88612...b02f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ransomware-cdn...ws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45.142.212.100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malware.evil-domain.ru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update.fake-microsoft.com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 Generation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deployment-ready files for real security infrastructure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" y="1024128"/>
            <a:ext cx="20574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1024128"/>
            <a:ext cx="20574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1097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" y="157276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" y="204825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" y="2249424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ip.txt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2024" y="2505456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 / pfSense / Palo Alto EDL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68296" y="1024128"/>
            <a:ext cx="20574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68296" y="1024128"/>
            <a:ext cx="20574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68296" y="1097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368296" y="157276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368296" y="204825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23160" y="2249424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domain.txt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23160" y="2505456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Pi-hole / DNS sinkhole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99432" y="1024128"/>
            <a:ext cx="20574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9432" y="1024128"/>
            <a:ext cx="20574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1097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99432" y="157276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99432" y="204825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54296" y="2249424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url.txt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54296" y="2505456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Squid proxy / Nginx deny rules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30568" y="1024128"/>
            <a:ext cx="20574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30568" y="1024128"/>
            <a:ext cx="20574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0568" y="1097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30568" y="157276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830568" y="204825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85432" y="2249424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hash.txt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85432" y="2505456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/ Defender / YARA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37160" y="2962656"/>
            <a:ext cx="20574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37160" y="2962656"/>
            <a:ext cx="205740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30358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📧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37160" y="351129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53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137160" y="3986784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2024" y="4187952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email.txt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92024" y="4443984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/ SpamAssassin / M365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368296" y="2962656"/>
            <a:ext cx="20574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368296" y="2962656"/>
            <a:ext cx="205740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68296" y="30358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2368296" y="351129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53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35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2368296" y="3986784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423160" y="4187952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master.csv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423160" y="4443984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import — all IOC types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99432" y="2962656"/>
            <a:ext cx="20574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99432" y="2962656"/>
            <a:ext cx="205740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99432" y="30358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{}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4599432" y="351129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53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35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4599432" y="3986784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54296" y="4187952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master.json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654296" y="4443984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API/SOAR integration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830568" y="2962656"/>
            <a:ext cx="20574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830568" y="2962656"/>
            <a:ext cx="2057400" cy="64008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30568" y="30358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6830568" y="351129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3B3B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6830568" y="3986784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885432" y="4187952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high_risk_only.csv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85432" y="4443984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response (score ≥50)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execution summary and IOC statistics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" y="1005840"/>
            <a:ext cx="987552" cy="1005840"/>
          </a:xfrm>
          <a:prstGeom prst="rect">
            <a:avLst/>
          </a:prstGeom>
          <a:solidFill>
            <a:srgbClr val="11224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6304" y="103327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" y="1517904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261872" y="1005840"/>
            <a:ext cx="987552" cy="1005840"/>
          </a:xfrm>
          <a:prstGeom prst="rect">
            <a:avLst/>
          </a:prstGeom>
          <a:solidFill>
            <a:srgbClr val="11224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103327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57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61872" y="1517904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IOCs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77440" y="1005840"/>
            <a:ext cx="987552" cy="1005840"/>
          </a:xfrm>
          <a:prstGeom prst="rect">
            <a:avLst/>
          </a:prstGeom>
          <a:solidFill>
            <a:srgbClr val="112240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77440" y="103327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53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377440" y="1517904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93008" y="1005840"/>
            <a:ext cx="987552" cy="1005840"/>
          </a:xfrm>
          <a:prstGeom prst="rect">
            <a:avLst/>
          </a:prstGeom>
          <a:solidFill>
            <a:srgbClr val="112240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93008" y="103327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493008" y="1517904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Cross-Feed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08576" y="1005840"/>
            <a:ext cx="987552" cy="1005840"/>
          </a:xfrm>
          <a:prstGeom prst="rect">
            <a:avLst/>
          </a:prstGeom>
          <a:solidFill>
            <a:srgbClr val="112240"/>
          </a:solidFill>
          <a:ln w="25400">
            <a:solidFill>
              <a:srgbClr val="FF3B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08576" y="103327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3B3B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608576" y="1517904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(≥50)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24144" y="1005840"/>
            <a:ext cx="987552" cy="1005840"/>
          </a:xfrm>
          <a:prstGeom prst="rect">
            <a:avLst/>
          </a:prstGeom>
          <a:solidFill>
            <a:srgbClr val="112240"/>
          </a:solidFill>
          <a:ln w="254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24144" y="103327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600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8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724144" y="1517904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39712" y="1005840"/>
            <a:ext cx="987552" cy="1005840"/>
          </a:xfrm>
          <a:prstGeom prst="rect">
            <a:avLst/>
          </a:prstGeom>
          <a:solidFill>
            <a:srgbClr val="112240"/>
          </a:solidFill>
          <a:ln w="254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39712" y="103327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600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839712" y="1517904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955280" y="1005840"/>
            <a:ext cx="987552" cy="1005840"/>
          </a:xfrm>
          <a:prstGeom prst="rect">
            <a:avLst/>
          </a:prstGeom>
          <a:solidFill>
            <a:srgbClr val="112240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55280" y="103327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53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&lt;1s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955280" y="1517904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46304" y="2212848"/>
            <a:ext cx="4297680" cy="257860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" y="22677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TYPE DISTRIBUTION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263347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83080" y="2679192"/>
            <a:ext cx="1336853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93085" y="263347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(43%)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30540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783080" y="3099816"/>
            <a:ext cx="528523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84755" y="305409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(17%)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4320" y="34747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783080" y="3520440"/>
            <a:ext cx="435254" cy="2011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91486" y="34747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(14%)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389534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Hashes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783080" y="3941064"/>
            <a:ext cx="435254" cy="20116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91486" y="389534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(14%)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74320" y="431596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783080" y="4361688"/>
            <a:ext cx="341986" cy="201168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8218" y="431596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(11%)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00016" y="2212848"/>
            <a:ext cx="4297680" cy="257860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28032" y="22677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BREAKDOWN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28032" y="2651760"/>
            <a:ext cx="32004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19472" y="265176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58000" y="265176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3B3B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4828032" y="3200400"/>
            <a:ext cx="32004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9472" y="320040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58000" y="320040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4828032" y="3749040"/>
            <a:ext cx="32004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19472" y="37490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58000" y="374904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D600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13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4828032" y="4297680"/>
            <a:ext cx="32004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9472" y="42976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858000" y="429768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C853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19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Output Screenshots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execution results and generated files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4343400" cy="1965960"/>
          </a:xfrm>
          <a:prstGeom prst="rect">
            <a:avLst/>
          </a:prstGeom>
          <a:solidFill>
            <a:srgbClr val="0D1117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1005840"/>
            <a:ext cx="434340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" y="100584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parser.py — Feed Ingestion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" y="1298448"/>
            <a:ext cx="41605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ti_aggregator.py --feeds ./feeds/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Loading feeds from: ./feeds/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Parsed: feeds/apt28.csv     → 18 raw IOCs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Parsed: feeds/malware.txt   → 15 raw IOCs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Parsed: feeds/botnet.json   → 14 raw IOCs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Parsed: feeds/phishing.txt  → 10 raw IOCs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Total raw IOCs collected: 57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343400" cy="1965960"/>
          </a:xfrm>
          <a:prstGeom prst="rect">
            <a:avLst/>
          </a:prstGeom>
          <a:solidFill>
            <a:srgbClr val="0D1117"/>
          </a:solidFill>
          <a:ln w="254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4343400" cy="2743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00584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normalizer.py — Validation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1298448"/>
            <a:ext cx="41605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Normalizing 57 raw indicators...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[!] Removed: 3 invalid (private IP, malformed)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[!] Removed: 3 within-feed duplicates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Valid after normalization: 51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Unique IOCs (deduped): 35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IP: 15  Domain: 6  URL: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Hash: 5  Email: 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3108960"/>
            <a:ext cx="4343400" cy="1965960"/>
          </a:xfrm>
          <a:prstGeom prst="rect">
            <a:avLst/>
          </a:prstGeom>
          <a:solidFill>
            <a:srgbClr val="0D1117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" y="3108960"/>
            <a:ext cx="434340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" y="310896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correlator.py — Risk Scoring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8600" y="3401568"/>
            <a:ext cx="41605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Running cross-feed correlation...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185.220.101.45  score=70  High  feeds=4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44d88612...     score=60  High  feeds=3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ransomware-cdn  score=50  High  feeds=2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[~] 45.142.212.100  score=40  Med   feeds=2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[~] 13 total correlated across 2+ feeds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3 high-risk indicators (score ≥ 50)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4343400" cy="1965960"/>
          </a:xfrm>
          <a:prstGeom prst="rect">
            <a:avLst/>
          </a:prstGeom>
          <a:solidFill>
            <a:srgbClr val="0D1117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4343400" cy="2743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10896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Files Generated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3401568"/>
            <a:ext cx="41605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ip_blocklist.txt        (15 entries)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domain_blocklist.txt    (6 entries)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url_blocklist.txt       (5 entries)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hash_blocklist.txt      (5 entries)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email_blocklist.txt     (4 entries)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master_blocklist.csv    (35 entries)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master_blocklist.json   (35 entries)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high_risk_only.csv      (3 entries)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ti_report.txt / .json / ioc_database.csv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runtime: &lt; 1 second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knowledge gained through this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1024128"/>
            <a:ext cx="4315968" cy="1737360"/>
          </a:xfrm>
          <a:prstGeom prst="rect">
            <a:avLst/>
          </a:prstGeom>
          <a:solidFill>
            <a:srgbClr val="11224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24128"/>
            <a:ext cx="164592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1556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481328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IOC structure and lifecycle; how TI feeds work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correlation; feed normalization and enrichment techniques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SOC platform workflows and TI data pipelines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4315968" cy="1737360"/>
          </a:xfrm>
          <a:prstGeom prst="rect">
            <a:avLst/>
          </a:prstGeom>
          <a:solidFill>
            <a:srgbClr val="112240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24128"/>
            <a:ext cx="164592" cy="17373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11556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/ Defensive Security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5192" y="1481328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IP/domain/URL/hash blocklists are deployed in real infrastructure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TI workflows that reduce SOC analyst workload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formats for SIEM ingestion and incident response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2898648"/>
            <a:ext cx="4315968" cy="1737360"/>
          </a:xfrm>
          <a:prstGeom prst="rect">
            <a:avLst/>
          </a:prstGeom>
          <a:solidFill>
            <a:srgbClr val="112240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2898648"/>
            <a:ext cx="164592" cy="1737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99008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Data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3355848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 matching for unstructured text IOC extraction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ipaddress module for programmatic IP validation and RFC 1918 filtering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normalization, deduplication, enrichment pipelines and CLI tool 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898648"/>
            <a:ext cx="4315968" cy="1737360"/>
          </a:xfrm>
          <a:prstGeom prst="rect">
            <a:avLst/>
          </a:prstGeom>
          <a:solidFill>
            <a:srgbClr val="112240"/>
          </a:solidFill>
          <a:ln w="254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98648"/>
            <a:ext cx="164592" cy="173736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299008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Execution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65192" y="3355848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technical specification into a working, documented toolkit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multi-stage data pipeline with modular architecture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professional deliverables: DOCX, PPTX, code, screenshots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1664208"/>
            <a:ext cx="6949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Intelligence Aggregator successfully demonstrates a complete, production-grade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pipeline — from multi-format feed ingestion through correlation, blocklist generation, and reporting.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22860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651760"/>
            <a:ext cx="9144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651760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(DOCX)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2651760"/>
            <a:ext cx="22860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651760"/>
            <a:ext cx="9144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2651760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Python Toolkit (ZIP)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2651760"/>
            <a:ext cx="22860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2651760"/>
            <a:ext cx="9144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2651760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Correlation Report (TXT/JSON)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310128"/>
            <a:ext cx="22860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3310128"/>
            <a:ext cx="9144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310128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 Files (TXT/CSV/JSON)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3310128"/>
            <a:ext cx="22860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29000" y="3310128"/>
            <a:ext cx="9144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3310128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Screenshots (HTML)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3310128"/>
            <a:ext cx="22860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0" y="3310128"/>
            <a:ext cx="9144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3310128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(PPTX)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8188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Mentor Cybersecurity Internship  —  April 2026  —  TLP:WHITE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 Intelligence Aggregator</dc:title>
  <dc:subject>PptxGenJS Presentation</dc:subject>
  <dc:creator>PptxGenJS</dc:creator>
  <cp:lastModifiedBy>PptxGenJS</cp:lastModifiedBy>
  <cp:revision>1</cp:revision>
  <dcterms:created xsi:type="dcterms:W3CDTF">2026-04-29T07:27:45Z</dcterms:created>
  <dcterms:modified xsi:type="dcterms:W3CDTF">2026-04-29T07:27:45Z</dcterms:modified>
</cp:coreProperties>
</file>